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52943-F026-412A-BC91-1CF1F5B99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830F48-7CEA-45DA-9BFC-AE1A9C65A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5E6922-575B-4795-B40B-C89971E20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CF31-F73A-4DF6-B894-0AAEB9BC053B}" type="datetimeFigureOut">
              <a:rPr lang="ko-KR" altLang="en-US" smtClean="0"/>
              <a:t>2021-03-22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D5D62F-9CCC-42B8-A505-78C30E280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430384-A289-4BBE-8323-942B470F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B10D-FCF9-48BC-A127-94EB28A80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222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D21734-FB8D-458F-BDBA-7F62BC2A1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E601C5-68FA-479D-80B1-4E9587FB3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FFD01A-1EDE-40AD-BF6C-07B5569C9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CF31-F73A-4DF6-B894-0AAEB9BC053B}" type="datetimeFigureOut">
              <a:rPr lang="ko-KR" altLang="en-US" smtClean="0"/>
              <a:t>2021-03-22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099D91-1F05-4BC9-BF89-C3BBE69B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57CDCB-FE20-42FF-AAAB-5101A0B28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B10D-FCF9-48BC-A127-94EB28A80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770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59EE23-C1FE-4C4D-AC61-43EA1DCA8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848328-BD13-4B51-A7A4-4056A6513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A8019-60BC-4E69-9D3F-2A2D5712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CF31-F73A-4DF6-B894-0AAEB9BC053B}" type="datetimeFigureOut">
              <a:rPr lang="ko-KR" altLang="en-US" smtClean="0"/>
              <a:t>2021-03-22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954BD1-FFDE-46EF-85D6-DDB4804E7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0A9057-B4CC-4C40-8C53-3279CFD8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B10D-FCF9-48BC-A127-94EB28A80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384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DBF75E-6D58-42D5-B933-82E8172F1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C26C29-5443-4355-8469-1FC8B10D8F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C064B3-4D50-4559-8326-CC88FD916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D1DBBA-8ACA-486B-AE48-F053A8A36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CF31-F73A-4DF6-B894-0AAEB9BC053B}" type="datetimeFigureOut">
              <a:rPr lang="ko-KR" altLang="en-US" smtClean="0"/>
              <a:t>2021-03-22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4E343D-2222-4FC2-943A-7EB1A9B0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B9DE0F-EB93-4212-B1A1-541230F74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B10D-FCF9-48BC-A127-94EB28A80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998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2346B1-C14B-4CF5-A88F-2170DF6E8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600453-6722-4D34-963C-C963B390F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6A6374-3683-4532-9947-F14BAE0B5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4C349D-4544-41FD-93FC-2CC9515E6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BC63ECC-D05F-4FDE-A226-F76E18975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CAD4BF3-2910-4C98-B993-AAA6CCE07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CF31-F73A-4DF6-B894-0AAEB9BC053B}" type="datetimeFigureOut">
              <a:rPr lang="ko-KR" altLang="en-US" smtClean="0"/>
              <a:t>2021-03-22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84AE6C4-A73F-4AA7-A112-032DD132F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158B287-949F-40F3-9C5F-9261F97A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B10D-FCF9-48BC-A127-94EB28A80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952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FD1D2-E43B-4A55-9597-B63C1EC58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C0522E-49BB-4D86-BFB6-4FF723E1E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CF31-F73A-4DF6-B894-0AAEB9BC053B}" type="datetimeFigureOut">
              <a:rPr lang="ko-KR" altLang="en-US" smtClean="0"/>
              <a:t>2021-03-22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B44613-CF57-4B44-8CEE-1AEC537E8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B4DB3D-1D21-452A-BA88-6F40DF436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B10D-FCF9-48BC-A127-94EB28A80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061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8C5DA0A-958F-4E5E-A31A-5DEB32263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CF31-F73A-4DF6-B894-0AAEB9BC053B}" type="datetimeFigureOut">
              <a:rPr lang="ko-KR" altLang="en-US" smtClean="0"/>
              <a:t>2021-03-22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9A37D37-314F-4741-BAA8-5488D3DF6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EA185A-98FB-4D26-BAD1-6D4C6922F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B10D-FCF9-48BC-A127-94EB28A80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09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50D630-AFF7-4031-94BC-2859C9349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DDFC61-B7CB-4485-974C-978366EFC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3F5FB3-AC8D-4D77-A917-6DEA69364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42C8D7-1EC4-48C7-8CB1-EAEDF0EE0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CF31-F73A-4DF6-B894-0AAEB9BC053B}" type="datetimeFigureOut">
              <a:rPr lang="ko-KR" altLang="en-US" smtClean="0"/>
              <a:t>2021-03-22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B3B668-4235-43FC-BEDC-EBCD951D1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F56D15-BBFB-4B7D-8FD5-A5B082144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B10D-FCF9-48BC-A127-94EB28A80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917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816D27-54F9-45D9-B34E-717AA43AB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2C454A-7091-4709-9C31-2F4C90023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FDA631-B5C5-4A53-8E96-EAC0F86B3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05EDD8-C2C4-4F92-96ED-3F143249B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CF31-F73A-4DF6-B894-0AAEB9BC053B}" type="datetimeFigureOut">
              <a:rPr lang="ko-KR" altLang="en-US" smtClean="0"/>
              <a:t>2021-03-22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42D400-EC3A-4FE7-A8DF-DD0462537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89B6C2-7F10-4F95-AEB4-607560D8D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B10D-FCF9-48BC-A127-94EB28A80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405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679AEF-AB4A-4F13-B98E-C8F4CDE91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33A86B-51C2-41D3-B09A-732D51527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D2FD19-51D8-4B45-B338-8EDAF4DC9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CF31-F73A-4DF6-B894-0AAEB9BC053B}" type="datetimeFigureOut">
              <a:rPr lang="ko-KR" altLang="en-US" smtClean="0"/>
              <a:t>2021-03-22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13F74E-9753-4C45-A89A-887682BB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B6414C-59F6-4258-A9B9-EADCF6C9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B10D-FCF9-48BC-A127-94EB28A80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870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6AA8A73-1E20-4A80-941A-E7D369ADFE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07BDC4-F645-4744-A9D9-45DB1FB49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95E7CF-296E-4278-AE80-58C90786C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CF31-F73A-4DF6-B894-0AAEB9BC053B}" type="datetimeFigureOut">
              <a:rPr lang="ko-KR" altLang="en-US" smtClean="0"/>
              <a:t>2021-03-22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2741AB-932F-4677-8330-D53E8C19C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CE0EAA-8BF4-4658-AB29-2C820CC3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B10D-FCF9-48BC-A127-94EB28A80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792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A14436-6EE1-4CCB-A03B-0EDFF6D64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0D9866-2172-4583-ADAF-30A286E69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63BC40-F372-483B-9F3B-EDA93B435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9CF31-F73A-4DF6-B894-0AAEB9BC053B}" type="datetimeFigureOut">
              <a:rPr lang="ko-KR" altLang="en-US" smtClean="0"/>
              <a:t>2021-03-22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AB2004-BD06-4B0C-9311-CA493DC8F8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849A00-79BE-45AC-941D-8AA00DAC63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AB10D-FCF9-48BC-A127-94EB28A80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920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숭실대학교 로고">
            <a:extLst>
              <a:ext uri="{FF2B5EF4-FFF2-40B4-BE49-F238E27FC236}">
                <a16:creationId xmlns:a16="http://schemas.microsoft.com/office/drawing/2014/main" id="{1C4ADBF0-F4BE-40E3-B384-D470BD373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447" y="428199"/>
            <a:ext cx="4062046" cy="1393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그림 33" descr="텍스트, 하늘, 실외, 건물이(가) 표시된 사진&#10;&#10;자동 생성된 설명">
            <a:hlinkClick r:id="rId3" action="ppaction://hlinksldjump"/>
            <a:extLst>
              <a:ext uri="{FF2B5EF4-FFF2-40B4-BE49-F238E27FC236}">
                <a16:creationId xmlns:a16="http://schemas.microsoft.com/office/drawing/2014/main" id="{F044BA1D-A866-4F34-8FCE-79C8FBEFFF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072" y="2492523"/>
            <a:ext cx="4072481" cy="3389670"/>
          </a:xfrm>
          <a:prstGeom prst="rect">
            <a:avLst/>
          </a:prstGeom>
        </p:spPr>
      </p:pic>
      <p:pic>
        <p:nvPicPr>
          <p:cNvPr id="38" name="그림 37" descr="텍스트, 하늘, 실외, 건물이(가) 표시된 사진&#10;&#10;자동 생성된 설명">
            <a:extLst>
              <a:ext uri="{FF2B5EF4-FFF2-40B4-BE49-F238E27FC236}">
                <a16:creationId xmlns:a16="http://schemas.microsoft.com/office/drawing/2014/main" id="{CF8AD399-70BC-4065-909D-A8BC16791B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359" y="2492523"/>
            <a:ext cx="4078577" cy="3389670"/>
          </a:xfrm>
          <a:prstGeom prst="rect">
            <a:avLst/>
          </a:prstGeom>
        </p:spPr>
      </p:pic>
      <p:grpSp>
        <p:nvGrpSpPr>
          <p:cNvPr id="41" name="그룹 40">
            <a:extLst>
              <a:ext uri="{FF2B5EF4-FFF2-40B4-BE49-F238E27FC236}">
                <a16:creationId xmlns:a16="http://schemas.microsoft.com/office/drawing/2014/main" id="{C55E1DF2-7F7F-4D2D-82A0-69FAA0F6EF48}"/>
              </a:ext>
            </a:extLst>
          </p:cNvPr>
          <p:cNvGrpSpPr/>
          <p:nvPr/>
        </p:nvGrpSpPr>
        <p:grpSpPr>
          <a:xfrm>
            <a:off x="8227772" y="830233"/>
            <a:ext cx="2132129" cy="589086"/>
            <a:chOff x="8893418" y="193430"/>
            <a:chExt cx="2132129" cy="589086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CDEB45AF-D61E-4EA6-9EA2-BD42CF6FD37F}"/>
                </a:ext>
              </a:extLst>
            </p:cNvPr>
            <p:cNvSpPr/>
            <p:nvPr/>
          </p:nvSpPr>
          <p:spPr>
            <a:xfrm>
              <a:off x="8893418" y="193430"/>
              <a:ext cx="2132129" cy="579559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사물함    강의실</a:t>
              </a:r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881A8EF8-13B3-496E-99C7-0F964A1C6A10}"/>
                </a:ext>
              </a:extLst>
            </p:cNvPr>
            <p:cNvCxnSpPr>
              <a:cxnSpLocks/>
              <a:endCxn id="37" idx="0"/>
            </p:cNvCxnSpPr>
            <p:nvPr/>
          </p:nvCxnSpPr>
          <p:spPr>
            <a:xfrm flipV="1">
              <a:off x="9959483" y="193430"/>
              <a:ext cx="0" cy="5890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35673C54-8FA9-4CC1-BD83-5B6C86A82A23}"/>
              </a:ext>
            </a:extLst>
          </p:cNvPr>
          <p:cNvSpPr txBox="1"/>
          <p:nvPr/>
        </p:nvSpPr>
        <p:spPr>
          <a:xfrm>
            <a:off x="7931760" y="1498188"/>
            <a:ext cx="2983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사용빈도 사물함</a:t>
            </a:r>
            <a:r>
              <a:rPr lang="en-US" altLang="ko-KR" dirty="0"/>
              <a:t>&gt;</a:t>
            </a:r>
            <a:r>
              <a:rPr lang="ko-KR" altLang="en-US" dirty="0"/>
              <a:t>강의실</a:t>
            </a:r>
            <a:endParaRPr lang="en-US" altLang="ko-KR" dirty="0"/>
          </a:p>
          <a:p>
            <a:r>
              <a:rPr lang="ko-KR" altLang="en-US" dirty="0"/>
              <a:t>∴ 사물함을 </a:t>
            </a:r>
            <a:r>
              <a:rPr lang="en-US" altLang="ko-KR" dirty="0"/>
              <a:t>default</a:t>
            </a:r>
            <a:r>
              <a:rPr lang="ko-KR" altLang="en-US" dirty="0"/>
              <a:t>로</a:t>
            </a:r>
          </a:p>
        </p:txBody>
      </p:sp>
    </p:spTree>
    <p:extLst>
      <p:ext uri="{BB962C8B-B14F-4D97-AF65-F5344CB8AC3E}">
        <p14:creationId xmlns:p14="http://schemas.microsoft.com/office/powerpoint/2010/main" val="2635706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96707CC-491D-4D34-A5EE-4A22E4F44336}"/>
              </a:ext>
            </a:extLst>
          </p:cNvPr>
          <p:cNvSpPr/>
          <p:nvPr/>
        </p:nvSpPr>
        <p:spPr>
          <a:xfrm>
            <a:off x="933450" y="1394861"/>
            <a:ext cx="10325099" cy="526018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1D26736-6602-4249-9B93-8F79455223BC}"/>
              </a:ext>
            </a:extLst>
          </p:cNvPr>
          <p:cNvSpPr/>
          <p:nvPr/>
        </p:nvSpPr>
        <p:spPr>
          <a:xfrm>
            <a:off x="1219200" y="1690321"/>
            <a:ext cx="1390650" cy="928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백마관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A014A4-6143-45C2-BA6E-D0D4651EC23D}"/>
              </a:ext>
            </a:extLst>
          </p:cNvPr>
          <p:cNvSpPr/>
          <p:nvPr/>
        </p:nvSpPr>
        <p:spPr>
          <a:xfrm>
            <a:off x="2609850" y="1690320"/>
            <a:ext cx="1390650" cy="928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교육관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D307EE-0BBF-4CED-935E-2A5C27D33513}"/>
              </a:ext>
            </a:extLst>
          </p:cNvPr>
          <p:cNvSpPr/>
          <p:nvPr/>
        </p:nvSpPr>
        <p:spPr>
          <a:xfrm>
            <a:off x="4000500" y="1690320"/>
            <a:ext cx="1390650" cy="1876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학생회관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F453EA-4003-489C-9BEE-628BB96AF599}"/>
              </a:ext>
            </a:extLst>
          </p:cNvPr>
          <p:cNvSpPr/>
          <p:nvPr/>
        </p:nvSpPr>
        <p:spPr>
          <a:xfrm>
            <a:off x="5391150" y="2619007"/>
            <a:ext cx="1390650" cy="947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진리관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7DBD37-ABFF-4A44-94DE-F6DBE8F3861A}"/>
              </a:ext>
            </a:extLst>
          </p:cNvPr>
          <p:cNvSpPr/>
          <p:nvPr/>
        </p:nvSpPr>
        <p:spPr>
          <a:xfrm>
            <a:off x="8172450" y="2619006"/>
            <a:ext cx="1390650" cy="947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웨스트</a:t>
            </a:r>
            <a:endParaRPr lang="en-US" altLang="ko-KR" dirty="0"/>
          </a:p>
          <a:p>
            <a:pPr algn="ctr"/>
            <a:r>
              <a:rPr lang="ko-KR" altLang="en-US" dirty="0" err="1"/>
              <a:t>민스턴</a:t>
            </a:r>
            <a:endParaRPr lang="ko-KR" altLang="en-US" dirty="0"/>
          </a:p>
        </p:txBody>
      </p:sp>
      <p:sp>
        <p:nvSpPr>
          <p:cNvPr id="11" name="L 도형 10">
            <a:extLst>
              <a:ext uri="{FF2B5EF4-FFF2-40B4-BE49-F238E27FC236}">
                <a16:creationId xmlns:a16="http://schemas.microsoft.com/office/drawing/2014/main" id="{51ECEEF1-3CBD-4669-9D48-399E44CF4A94}"/>
              </a:ext>
            </a:extLst>
          </p:cNvPr>
          <p:cNvSpPr/>
          <p:nvPr/>
        </p:nvSpPr>
        <p:spPr>
          <a:xfrm flipV="1">
            <a:off x="6781800" y="1690320"/>
            <a:ext cx="2781300" cy="1876426"/>
          </a:xfrm>
          <a:prstGeom prst="corner">
            <a:avLst>
              <a:gd name="adj1" fmla="val 50761"/>
              <a:gd name="adj2" fmla="val 738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none" rtlCol="0" anchor="ctr"/>
          <a:lstStyle/>
          <a:p>
            <a:pPr algn="ctr"/>
            <a:r>
              <a:rPr lang="ko-KR" altLang="en-US" dirty="0"/>
              <a:t>조만식</a:t>
            </a:r>
            <a:endParaRPr lang="en-US" altLang="ko-KR" dirty="0"/>
          </a:p>
          <a:p>
            <a:pPr algn="ctr"/>
            <a:r>
              <a:rPr lang="ko-KR" altLang="en-US" dirty="0"/>
              <a:t>기념관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C4D9C04-F74E-4854-A990-4D68D70F783F}"/>
              </a:ext>
            </a:extLst>
          </p:cNvPr>
          <p:cNvSpPr/>
          <p:nvPr/>
        </p:nvSpPr>
        <p:spPr>
          <a:xfrm>
            <a:off x="4000500" y="3566746"/>
            <a:ext cx="1390650" cy="928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베어드홀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36404F2-DF72-4285-ADCE-5264364C170D}"/>
              </a:ext>
            </a:extLst>
          </p:cNvPr>
          <p:cNvSpPr/>
          <p:nvPr/>
        </p:nvSpPr>
        <p:spPr>
          <a:xfrm>
            <a:off x="1219200" y="3566745"/>
            <a:ext cx="1390650" cy="928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문화관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6A18B1-2F83-4424-B286-CABD079575F1}"/>
              </a:ext>
            </a:extLst>
          </p:cNvPr>
          <p:cNvSpPr/>
          <p:nvPr/>
        </p:nvSpPr>
        <p:spPr>
          <a:xfrm>
            <a:off x="2609850" y="3566744"/>
            <a:ext cx="1390650" cy="928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경상관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73F1925-7E65-4F96-BFE3-A480F7537C6C}"/>
              </a:ext>
            </a:extLst>
          </p:cNvPr>
          <p:cNvSpPr/>
          <p:nvPr/>
        </p:nvSpPr>
        <p:spPr>
          <a:xfrm>
            <a:off x="8172450" y="3566744"/>
            <a:ext cx="1390650" cy="928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신양관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0EF353C-8E55-4405-BD21-9873BA0EBB9D}"/>
              </a:ext>
            </a:extLst>
          </p:cNvPr>
          <p:cNvSpPr/>
          <p:nvPr/>
        </p:nvSpPr>
        <p:spPr>
          <a:xfrm>
            <a:off x="9563100" y="3566744"/>
            <a:ext cx="1390650" cy="928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창신관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DB212EC-F78F-4B19-A374-9C38F1219762}"/>
              </a:ext>
            </a:extLst>
          </p:cNvPr>
          <p:cNvSpPr/>
          <p:nvPr/>
        </p:nvSpPr>
        <p:spPr>
          <a:xfrm>
            <a:off x="4000500" y="4495429"/>
            <a:ext cx="1390650" cy="1876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형남</a:t>
            </a:r>
            <a:endParaRPr lang="en-US" altLang="ko-KR" dirty="0"/>
          </a:p>
          <a:p>
            <a:pPr algn="ctr"/>
            <a:r>
              <a:rPr lang="ko-KR" altLang="en-US" dirty="0"/>
              <a:t>공학관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9BF7CC1-3EFD-40ED-B3AE-8B1E4CC9FE44}"/>
              </a:ext>
            </a:extLst>
          </p:cNvPr>
          <p:cNvSpPr/>
          <p:nvPr/>
        </p:nvSpPr>
        <p:spPr>
          <a:xfrm>
            <a:off x="2609850" y="5443170"/>
            <a:ext cx="1390650" cy="928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안익태</a:t>
            </a:r>
            <a:endParaRPr lang="en-US" altLang="ko-KR" dirty="0"/>
          </a:p>
          <a:p>
            <a:pPr algn="ctr"/>
            <a:r>
              <a:rPr lang="ko-KR" altLang="en-US" dirty="0"/>
              <a:t>기념관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E6936EC-BD69-4002-BB40-ABB9B89F75E9}"/>
              </a:ext>
            </a:extLst>
          </p:cNvPr>
          <p:cNvSpPr/>
          <p:nvPr/>
        </p:nvSpPr>
        <p:spPr>
          <a:xfrm>
            <a:off x="5391150" y="4495428"/>
            <a:ext cx="1390650" cy="1876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한경직</a:t>
            </a:r>
            <a:endParaRPr lang="en-US" altLang="ko-KR" dirty="0"/>
          </a:p>
          <a:p>
            <a:pPr algn="ctr"/>
            <a:r>
              <a:rPr lang="ko-KR" altLang="en-US" dirty="0"/>
              <a:t>기념관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67BED6E-F9A2-411A-A77D-F3F419FB1FF3}"/>
              </a:ext>
            </a:extLst>
          </p:cNvPr>
          <p:cNvSpPr/>
          <p:nvPr/>
        </p:nvSpPr>
        <p:spPr>
          <a:xfrm>
            <a:off x="8172450" y="5443169"/>
            <a:ext cx="1390650" cy="928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미래관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7930CB2-F528-42B8-A958-39B6F832E0DF}"/>
              </a:ext>
            </a:extLst>
          </p:cNvPr>
          <p:cNvSpPr/>
          <p:nvPr/>
        </p:nvSpPr>
        <p:spPr>
          <a:xfrm>
            <a:off x="9563100" y="5443168"/>
            <a:ext cx="1390650" cy="928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전산관</a:t>
            </a:r>
          </a:p>
        </p:txBody>
      </p:sp>
      <p:pic>
        <p:nvPicPr>
          <p:cNvPr id="23" name="Picture 2" descr="숭실대학교 로고">
            <a:extLst>
              <a:ext uri="{FF2B5EF4-FFF2-40B4-BE49-F238E27FC236}">
                <a16:creationId xmlns:a16="http://schemas.microsoft.com/office/drawing/2014/main" id="{68E07606-055D-458C-B304-39A8B5A0F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0"/>
            <a:ext cx="4062046" cy="1393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FDE85062-2A26-4B95-A35E-B30724DFD35A}"/>
              </a:ext>
            </a:extLst>
          </p:cNvPr>
          <p:cNvGrpSpPr/>
          <p:nvPr/>
        </p:nvGrpSpPr>
        <p:grpSpPr>
          <a:xfrm>
            <a:off x="9126420" y="363503"/>
            <a:ext cx="2132129" cy="589086"/>
            <a:chOff x="8893418" y="193430"/>
            <a:chExt cx="2132129" cy="589086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48D7272D-D11C-451C-A7AC-940EDA74A29C}"/>
                </a:ext>
              </a:extLst>
            </p:cNvPr>
            <p:cNvSpPr/>
            <p:nvPr/>
          </p:nvSpPr>
          <p:spPr>
            <a:xfrm>
              <a:off x="8893418" y="193430"/>
              <a:ext cx="2132129" cy="579559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사물함    강의실</a:t>
              </a:r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EB573E51-C800-4524-83FB-682F078D95F8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 flipV="1">
              <a:off x="9959483" y="193430"/>
              <a:ext cx="0" cy="5890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8934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33</Words>
  <Application>Microsoft Office PowerPoint</Application>
  <PresentationFormat>와이드스크린</PresentationFormat>
  <Paragraphs>25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엄호용</dc:creator>
  <cp:lastModifiedBy>엄호용</cp:lastModifiedBy>
  <cp:revision>9</cp:revision>
  <dcterms:created xsi:type="dcterms:W3CDTF">2021-03-22T13:10:00Z</dcterms:created>
  <dcterms:modified xsi:type="dcterms:W3CDTF">2021-03-22T16:45:31Z</dcterms:modified>
</cp:coreProperties>
</file>